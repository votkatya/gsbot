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D4A017">
              <a:alpha val="12000"/>
            </a:srgbClr>
          </a:solidFill>
          <a:ln w="12700">
            <a:solidFill>
              <a:srgbClr val="D4A017">
                <a:alpha val="15000"/>
              </a:srgbClr>
            </a:solidFill>
            <a:prstDash val="solid"/>
          </a:ln>
        </p:spPr>
      </p:sp>
      <p:pic>
        <p:nvPicPr>
          <p:cNvPr id="4" name="Image 0" descr="/Users/user/Downloads/Claude GS/Лог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ФИТНЕС-КЛУБ «ГОРОД СПОРТА»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Игровое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приложение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337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5CDD9"/>
                </a:solidFill>
              </a:rPr>
              <a:t>Руководство для администраторов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840480"/>
            <a:ext cx="32004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2A4"/>
                </a:solidFill>
              </a:rPr>
              <a:t>gsbot18.ru/admin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ЧТО ТАКОЕ ИГРА?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Участники выполняют задания в зале и выигрывают призы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Задания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DD9"/>
                </a:solidFill>
              </a:rPr>
              <a:t>QR-коды расклеены по всему клубу. Найди — отсканируй — получи очки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32588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6304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Монеты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56616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DD9"/>
                </a:solidFill>
              </a:rPr>
              <a:t>За каждое выполненное задание участник получает спорткоины 🪙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132588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6304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Призы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37960" y="28346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DD9"/>
                </a:solidFill>
              </a:rPr>
              <a:t>Накопленные монеты меняются на реальные призы у администратора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КАК УЧАСТВУЕТ КЛИЕНТ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Весь путь от регистрации до получения приза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29968" cy="3474720"/>
          </a:xfrm>
          <a:prstGeom prst="roundRect">
            <a:avLst>
              <a:gd name="adj" fmla="val 5405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3716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24028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Регистрация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9768" y="269748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Открывает мини-приложение в Telegram или ВКонтакте по ссылке или QR-коду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04872" y="2651760"/>
            <a:ext cx="27432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1234440"/>
            <a:ext cx="2029968" cy="3474720"/>
          </a:xfrm>
          <a:prstGeom prst="roundRect">
            <a:avLst>
              <a:gd name="adj" fmla="val 5405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09728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1371600"/>
            <a:ext cx="73152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24028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Задания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578608" y="269748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Находит QR-коды по всему залу, сканирует и выполняет задания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53712" y="2651760"/>
            <a:ext cx="27432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17720" y="1234440"/>
            <a:ext cx="2029968" cy="3474720"/>
          </a:xfrm>
          <a:prstGeom prst="roundRect">
            <a:avLst>
              <a:gd name="adj" fmla="val 5405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109728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634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1371600"/>
            <a:ext cx="731520" cy="7315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224028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Монеты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727448" y="269748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За каждое задание начисляются монеты автоматически или после проверки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02552" y="2651760"/>
            <a:ext cx="27432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66560" y="1234440"/>
            <a:ext cx="2029968" cy="3474720"/>
          </a:xfrm>
          <a:prstGeom prst="roundRect">
            <a:avLst>
              <a:gd name="adj" fmla="val 5405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12280" y="109728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122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4</a:t>
            </a:r>
            <a:endParaRPr lang="en-US" sz="1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1371600"/>
            <a:ext cx="731520" cy="7315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224028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Приз!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876288" y="2697480"/>
            <a:ext cx="1810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Накопил монеты → подходит к администратору с кодом GS-XXXXXX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ПРИЗЫ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Что можно выиграть в игре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Солярий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19476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000"/>
                </a:solidFill>
              </a:rPr>
              <a:t>Сеансы загара в подарок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36192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7880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Дни к карте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897880" y="19476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CDD9"/>
                </a:solidFill>
              </a:rPr>
              <a:t>Продление абонемента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28346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1A3A24"/>
          </a:solidFill>
          <a:ln w="12700">
            <a:solidFill>
              <a:srgbClr val="1A3A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82112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108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Персональная тренировка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54480" y="3593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CDD9"/>
                </a:solidFill>
              </a:rPr>
              <a:t>Занятие с тренером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8346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82112"/>
            <a:ext cx="777240" cy="777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97880" y="3108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Массаж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897880" y="3593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CDD9"/>
                </a:solidFill>
              </a:rPr>
              <a:t>Сеанс расслабляющего массажа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D4A017">
              <a:alpha val="8000"/>
            </a:srgbClr>
          </a:solidFill>
          <a:ln w="12700">
            <a:solidFill>
              <a:srgbClr val="D4A01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</a:rPr>
              <a:t>ЧАСТЬ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Работа с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админ-панелью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3703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5CDD9"/>
                </a:solidFill>
              </a:rPr>
              <a:t>Всё что нужно знать администратору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ПАНЕЛЬ АДМИНИСТРАТОРА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gsbot18.ru/admin  —  6 разделов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Дашборд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1828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5CDD9"/>
                </a:solidFill>
              </a:rPr>
              <a:t>Статистика, графики активности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18688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18688" y="1234440"/>
            <a:ext cx="64008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554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87368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Отзывы ⚡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087368" y="1828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5CDD9"/>
                </a:solidFill>
              </a:rPr>
              <a:t>Проверка скриншотов участников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71616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71616" y="1234440"/>
            <a:ext cx="64008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554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0296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Покупки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0296" y="1828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5CDD9"/>
                </a:solidFill>
              </a:rPr>
              <a:t>Выдача призов по кодам GS-XXXXXX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2852928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2852928"/>
            <a:ext cx="64008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72968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035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Задания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34440" y="34472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5CDD9"/>
                </a:solidFill>
              </a:rPr>
              <a:t>Редактирование заданий и кодов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18688" y="2852928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18688" y="2852928"/>
            <a:ext cx="64008" cy="1417320"/>
          </a:xfrm>
          <a:prstGeom prst="rect">
            <a:avLst/>
          </a:prstGeom>
          <a:solidFill>
            <a:srgbClr val="60A5F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172968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87368" y="3035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Участники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087368" y="34472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5CDD9"/>
                </a:solidFill>
              </a:rPr>
              <a:t>Просмотр, монеты вручную, удаление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71616" y="2852928"/>
            <a:ext cx="64008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172968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0296" y="3035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Призы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940296" y="34472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5CDD9"/>
                </a:solidFill>
              </a:rPr>
              <a:t>Настройка магазина призов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2172A"/>
                </a:solidFill>
              </a:rPr>
              <a:t>⚡ САМОЕ ВАЖНОЕ ДЛЯ ЕЖЕДНЕВНОЙ РАБОТЫ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Проверка скриншотов отзывов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07592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234440"/>
            <a:ext cx="7589520" cy="658368"/>
          </a:xfrm>
          <a:prstGeom prst="roundRect">
            <a:avLst>
              <a:gd name="adj" fmla="val 16667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34416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Открой раздел «Отзывы» в панели → вкладка «⏳ На проверке»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" y="1810512"/>
            <a:ext cx="45720" cy="265176"/>
          </a:xfrm>
          <a:prstGeom prst="rect">
            <a:avLst/>
          </a:prstGeom>
          <a:solidFill>
            <a:srgbClr val="D4A017">
              <a:alpha val="50000"/>
            </a:srgbClr>
          </a:solidFill>
          <a:ln w="12700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2075688"/>
            <a:ext cx="7589520" cy="658368"/>
          </a:xfrm>
          <a:prstGeom prst="roundRect">
            <a:avLst>
              <a:gd name="adj" fmla="val 16667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185416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Нажми на скриншот чтобы увеличить — убедись что он читаем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" y="2651760"/>
            <a:ext cx="45720" cy="265176"/>
          </a:xfrm>
          <a:prstGeom prst="rect">
            <a:avLst/>
          </a:prstGeom>
          <a:solidFill>
            <a:srgbClr val="D4A017">
              <a:alpha val="50000"/>
            </a:srgbClr>
          </a:solidFill>
          <a:ln w="12700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90088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2916936"/>
            <a:ext cx="7589520" cy="658368"/>
          </a:xfrm>
          <a:prstGeom prst="roundRect">
            <a:avLst>
              <a:gd name="adj" fmla="val 16667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302666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Проверь отзыв на Яндекс.Картах: найди по имени участника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1228" y="3493008"/>
            <a:ext cx="45720" cy="265176"/>
          </a:xfrm>
          <a:prstGeom prst="rect">
            <a:avLst/>
          </a:prstGeom>
          <a:solidFill>
            <a:srgbClr val="D4A017">
              <a:alpha val="50000"/>
            </a:srgbClr>
          </a:solidFill>
          <a:ln w="12700">
            <a:solidFill>
              <a:srgbClr val="D4A017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31336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3758184"/>
            <a:ext cx="7589520" cy="658368"/>
          </a:xfrm>
          <a:prstGeom prst="roundRect">
            <a:avLst>
              <a:gd name="adj" fmla="val 16667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3867912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Одобри ✅ или отклони ❌ с указанием причины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ОДОБРИТЬ ИЛИ ОТКЛОНИТЬ?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Что происходит после нажатия кнопки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102810"/>
          </a:solidFill>
          <a:ln w="12700">
            <a:solidFill>
              <a:srgbClr val="1028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39319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98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Одобрить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984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Монеты начисляются автоматически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78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2551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Задание помечается как выполненное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4553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31181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Участник получает уведомление в Telegram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12464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36850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Скриншот переходит в «✅ Одобренные»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4937760" y="118872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281010"/>
          </a:solidFill>
          <a:ln w="12700">
            <a:solidFill>
              <a:srgbClr val="281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937760" y="1188720"/>
            <a:ext cx="3931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325880"/>
            <a:ext cx="502920" cy="5029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760720" y="1298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Отклонить</a:t>
            </a:r>
            <a:endParaRPr lang="en-US" sz="2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201168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86400" y="19842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Монеты НЕ начисляются</a:t>
            </a:r>
            <a:endParaRPr lang="en-US" sz="12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2578608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486400" y="2551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Обязательно укажи причину отклонения</a:t>
            </a:r>
            <a:endParaRPr lang="en-US" sz="12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3145536"/>
            <a:ext cx="274320" cy="27432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486400" y="31181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Участник получит уведомление с причиной</a:t>
            </a:r>
            <a:endParaRPr lang="en-US" sz="12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3712464"/>
            <a:ext cx="274320" cy="27432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486400" y="36850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Участник может переотправить скриншот</a:t>
            </a:r>
            <a:endParaRPr lang="en-US" sz="1250" dirty="0"/>
          </a:p>
        </p:txBody>
      </p:sp>
      <p:sp>
        <p:nvSpPr>
          <p:cNvPr id="28" name="Shape 16"/>
          <p:cNvSpPr/>
          <p:nvPr/>
        </p:nvSpPr>
        <p:spPr>
          <a:xfrm>
            <a:off x="274320" y="4663440"/>
            <a:ext cx="8595360" cy="365760"/>
          </a:xfrm>
          <a:prstGeom prst="roundRect">
            <a:avLst>
              <a:gd name="adj" fmla="val 30000"/>
            </a:avLst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4727448"/>
            <a:ext cx="228600" cy="22860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713232" y="46817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Важно: кнопка «Одобрить» действует без подтверждения — нажимай осторожно!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РАЗДЕЛ «ПОКУПКИ»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Выдача призов участникам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Участник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27432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Покупает приз в приложении за монеты и получает код GS-XXXXXX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317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68880" y="12344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37160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Подходит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560320" y="27432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Приходит к стойке администратора и называет свой код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4805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617720" y="12344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371600"/>
            <a:ext cx="777240" cy="777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6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Администратор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709160" y="27432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Открывает «Покупки» → «Ожидают выдачи» → находит код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62940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766560" y="12344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371600"/>
            <a:ext cx="777240" cy="7772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2286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Выдаёт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858000" y="27432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Нажимает «Выдать ✓» — запись перемещается в «Выданные»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0040" y="4709160"/>
            <a:ext cx="8503920" cy="320040"/>
          </a:xfrm>
          <a:prstGeom prst="roundRect">
            <a:avLst>
              <a:gd name="adj" fmla="val 34286"/>
            </a:avLst>
          </a:prstGeom>
          <a:solidFill>
            <a:srgbClr val="1A3A24"/>
          </a:solidFill>
          <a:ln w="12700">
            <a:solidFill>
              <a:srgbClr val="1A3A2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Список обновляется каждые 15 секунд — не нужно вручную обновлять страницу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РАЗДЕЛ «УЧАСТНИКИ»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Что можно делать с профилем участника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41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Поиск участника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819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Найди по имени, Telegram ID или номеру телефона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103120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5856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194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Посмотреть задания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15568" y="24963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Какие задания выполнены, какие — нет. Можно вручную отметить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017520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72968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Начислить монеты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15568" y="34107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Ручная корректировка монет и XP — например, если приложение не сработало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3931920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2D1010"/>
          </a:solidFill>
          <a:ln w="12700">
            <a:solidFill>
              <a:srgbClr val="2D101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87368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4023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Удалить участника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15568" y="43251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5CDD9"/>
                </a:solidFill>
              </a:rPr>
              <a:t>Необратимое действие — удаляет все данные пользователя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ВАЖНЫЕ ПРАВИЛА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Что нужно помнить при работе с панелью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612648"/>
          </a:xfrm>
          <a:prstGeom prst="roundRect">
            <a:avLst>
              <a:gd name="adj" fmla="val 17910"/>
            </a:avLst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3312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8016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59E0B"/>
                </a:solidFill>
              </a:rPr>
              <a:t>«Одобрить» — нет подтверждения. Нажал — монеты ушли. Будь внимателен при проверке!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1938528"/>
            <a:ext cx="8412480" cy="612648"/>
          </a:xfrm>
          <a:prstGeom prst="roundRect">
            <a:avLst>
              <a:gd name="adj" fmla="val 17910"/>
            </a:avLst>
          </a:prstGeom>
          <a:solidFill>
            <a:srgbClr val="0F2A0F"/>
          </a:solidFill>
          <a:ln w="12700">
            <a:solidFill>
              <a:srgbClr val="0F2A0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02996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2C55E"/>
                </a:solidFill>
              </a:rPr>
              <a:t>Перед одобрением всегда проверяй скриншот: имя автора, дата отзыва, оценка.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65760" y="2688336"/>
            <a:ext cx="8412480" cy="612648"/>
          </a:xfrm>
          <a:prstGeom prst="roundRect">
            <a:avLst>
              <a:gd name="adj" fmla="val 17910"/>
            </a:avLst>
          </a:prstGeom>
          <a:solidFill>
            <a:srgbClr val="2A0F0F"/>
          </a:solidFill>
          <a:ln w="12700">
            <a:solidFill>
              <a:srgbClr val="2A0F0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52928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7977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F4444"/>
                </a:solidFill>
              </a:rPr>
              <a:t>При отклонении обязательно пиши причину — участник получит её в Telegram.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65760" y="3438144"/>
            <a:ext cx="8412480" cy="612648"/>
          </a:xfrm>
          <a:prstGeom prst="roundRect">
            <a:avLst>
              <a:gd name="adj" fmla="val 17910"/>
            </a:avLst>
          </a:prstGeom>
          <a:solidFill>
            <a:srgbClr val="1E1800"/>
          </a:solidFill>
          <a:ln w="12700">
            <a:solidFill>
              <a:srgbClr val="1E180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02736"/>
            <a:ext cx="301752" cy="3017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5295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4A017"/>
                </a:solidFill>
              </a:rPr>
              <a:t>Не выдавай приз без проверки кода GS-XXXXXX и совпадения имени в системе.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365760" y="4187952"/>
            <a:ext cx="8412480" cy="612648"/>
          </a:xfrm>
          <a:prstGeom prst="roundRect">
            <a:avLst>
              <a:gd name="adj" fmla="val 17910"/>
            </a:avLst>
          </a:prstGeom>
          <a:solidFill>
            <a:srgbClr val="0F1E2A"/>
          </a:solidFill>
          <a:ln w="12700">
            <a:solidFill>
              <a:srgbClr val="0F1E2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52544"/>
            <a:ext cx="301752" cy="30175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27939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0A5FA"/>
                </a:solidFill>
              </a:rPr>
              <a:t>Ручную правку монет (раздел «Участники») делай только при явных сбоях системы.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5029200" cy="5029200"/>
          </a:xfrm>
          <a:prstGeom prst="ellipse">
            <a:avLst/>
          </a:prstGeom>
          <a:solidFill>
            <a:srgbClr val="D4A017">
              <a:alpha val="8000"/>
            </a:srgbClr>
          </a:solidFill>
          <a:ln w="12700">
            <a:solidFill>
              <a:srgbClr val="D4A01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ИТОГ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Три главных задачи администратора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400800" cy="868680"/>
          </a:xfrm>
          <a:prstGeom prst="roundRect">
            <a:avLst>
              <a:gd name="adj" fmla="val 12632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Проверяй отзывы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8470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5CDD9"/>
                </a:solidFill>
              </a:rPr>
              <a:t>Каждый день смотри раздел «Отзывы» → одобряй или отклоняй скриншоты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6400800" cy="868680"/>
          </a:xfrm>
          <a:prstGeom prst="roundRect">
            <a:avLst>
              <a:gd name="adj" fmla="val 12632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65176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560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Выдавай призы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8986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5CDD9"/>
                </a:solidFill>
              </a:rPr>
              <a:t>Когда участник пришёл с кодом GS-XXXXXX — найди в «Покупках» и выдай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6400800" cy="868680"/>
          </a:xfrm>
          <a:prstGeom prst="roundRect">
            <a:avLst>
              <a:gd name="adj" fmla="val 12632"/>
            </a:avLst>
          </a:prstGeom>
          <a:solidFill>
            <a:srgbClr val="1E2640"/>
          </a:solidFill>
          <a:ln w="12700">
            <a:solidFill>
              <a:srgbClr val="1E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72A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6118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Помогай участникам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5CDD9"/>
                </a:solidFill>
              </a:rPr>
              <a:t>Если что-то не начислилось — найди в «Участники» и исправь вручную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4389120" cy="411480"/>
          </a:xfrm>
          <a:prstGeom prst="roundRect">
            <a:avLst>
              <a:gd name="adj" fmla="val 26667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72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72A"/>
                </a:solidFill>
              </a:rPr>
              <a:t>gsbot18.ru/admin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Игровое приложение Город Спорта — Руководство</dc:title>
  <dc:subject>PptxGenJS Presentation</dc:subject>
  <dc:creator>PptxGenJS</dc:creator>
  <cp:lastModifiedBy>PptxGenJS</cp:lastModifiedBy>
  <cp:revision>1</cp:revision>
  <dcterms:created xsi:type="dcterms:W3CDTF">2026-03-24T13:11:10Z</dcterms:created>
  <dcterms:modified xsi:type="dcterms:W3CDTF">2026-03-24T13:11:10Z</dcterms:modified>
</cp:coreProperties>
</file>